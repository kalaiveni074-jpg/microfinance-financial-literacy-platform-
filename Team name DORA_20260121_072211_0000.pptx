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eague Spartan" charset="1" panose="00000800000000000000"/>
      <p:regular r:id="rId13"/>
    </p:embeddedFont>
    <p:embeddedFont>
      <p:font typeface="Canva Sans Bold" charset="1" panose="020B0803030501040103"/>
      <p:regular r:id="rId14"/>
    </p:embeddedFont>
    <p:embeddedFont>
      <p:font typeface="Archivo Black" charset="1" panose="020B0A03020202020B04"/>
      <p:regular r:id="rId15"/>
    </p:embeddedFont>
    <p:embeddedFont>
      <p:font typeface="Shrikhand" charset="1" panose="02000000000000000000"/>
      <p:regular r:id="rId16"/>
    </p:embeddedFont>
    <p:embeddedFont>
      <p:font typeface="Canva Sans Bold Italics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83686" y="203898"/>
            <a:ext cx="10308702" cy="137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8"/>
              </a:lnSpc>
            </a:pPr>
            <a:r>
              <a:rPr lang="en-US" sz="807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NAME :DORA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27810" y="2445892"/>
            <a:ext cx="11430770" cy="93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67"/>
              </a:lnSpc>
            </a:pPr>
            <a:r>
              <a:rPr lang="en-US" sz="554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Lead mail :9924019071@klu.ac.in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60867" y="3462530"/>
            <a:ext cx="8766266" cy="97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b="true" sz="56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Lead Mobile :7708147207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7017" y="4553585"/>
            <a:ext cx="17202042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1. A.KALAIARASI(9924019071) </a:t>
            </a:r>
            <a:r>
              <a:rPr lang="en-US" sz="3399">
                <a:solidFill>
                  <a:srgbClr val="5170FF"/>
                </a:solidFill>
                <a:latin typeface="Archivo Black"/>
                <a:ea typeface="Archivo Black"/>
                <a:cs typeface="Archivo Black"/>
                <a:sym typeface="Archivo Black"/>
              </a:rPr>
              <a:t>9924019071@klu.ac.in</a:t>
            </a: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2 nd year (Bsc IT)</a:t>
            </a:r>
            <a:r>
              <a:rPr lang="en-US" sz="3399">
                <a:solidFill>
                  <a:srgbClr val="5170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7017" y="5057775"/>
            <a:ext cx="16821771" cy="124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9"/>
              </a:lnSpc>
            </a:pPr>
            <a:r>
              <a:rPr lang="en-US" sz="35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  <a:p>
            <a:pPr algn="l">
              <a:lnSpc>
                <a:spcPts val="4929"/>
              </a:lnSpc>
            </a:pPr>
            <a:r>
              <a:rPr lang="en-US" sz="35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2. S.KAVITHA(9924019031)  </a:t>
            </a:r>
            <a:r>
              <a:rPr lang="en-US" sz="3521">
                <a:solidFill>
                  <a:srgbClr val="5170FF"/>
                </a:solidFill>
                <a:latin typeface="Archivo Black"/>
                <a:ea typeface="Archivo Black"/>
                <a:cs typeface="Archivo Black"/>
                <a:sym typeface="Archivo Black"/>
              </a:rPr>
              <a:t>9924019031@klu.ac.in </a:t>
            </a:r>
            <a:r>
              <a:rPr lang="en-US" sz="352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2 nd year (Bsc IT)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1905" y="5070275"/>
            <a:ext cx="16384191" cy="239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3. P.LAVANYA (9924018046) </a:t>
            </a:r>
            <a:r>
              <a:rPr lang="en-US" sz="3399">
                <a:solidFill>
                  <a:srgbClr val="5170FF"/>
                </a:solidFill>
                <a:latin typeface="Archivo Black"/>
                <a:ea typeface="Archivo Black"/>
                <a:cs typeface="Archivo Black"/>
                <a:sym typeface="Archivo Black"/>
              </a:rPr>
              <a:t>9924018046@klu.ac.in </a:t>
            </a: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2 nd year (Bsc CS)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5300" y="4086651"/>
            <a:ext cx="17035790" cy="506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4"/>
              </a:lnSpc>
            </a:pPr>
          </a:p>
          <a:p>
            <a:pPr algn="ctr">
              <a:lnSpc>
                <a:spcPts val="5014"/>
              </a:lnSpc>
            </a:pPr>
          </a:p>
          <a:p>
            <a:pPr algn="ctr">
              <a:lnSpc>
                <a:spcPts val="5014"/>
              </a:lnSpc>
            </a:pPr>
          </a:p>
          <a:p>
            <a:pPr algn="ctr">
              <a:lnSpc>
                <a:spcPts val="5014"/>
              </a:lnSpc>
            </a:pPr>
          </a:p>
          <a:p>
            <a:pPr algn="ctr">
              <a:lnSpc>
                <a:spcPts val="5014"/>
              </a:lnSpc>
            </a:pPr>
          </a:p>
          <a:p>
            <a:pPr algn="ctr">
              <a:lnSpc>
                <a:spcPts val="5014"/>
              </a:lnSpc>
            </a:pPr>
          </a:p>
          <a:p>
            <a:pPr algn="ctr">
              <a:lnSpc>
                <a:spcPts val="5014"/>
              </a:lnSpc>
            </a:pPr>
            <a:r>
              <a:rPr lang="en-US" sz="358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4. S.AJITHA (9924018005) </a:t>
            </a:r>
            <a:r>
              <a:rPr lang="en-US" sz="3581">
                <a:solidFill>
                  <a:srgbClr val="5170FF"/>
                </a:solidFill>
                <a:latin typeface="Archivo Black"/>
                <a:ea typeface="Archivo Black"/>
                <a:cs typeface="Archivo Black"/>
                <a:sym typeface="Archivo Black"/>
              </a:rPr>
              <a:t>9924019005@klu.ac.in </a:t>
            </a:r>
            <a:r>
              <a:rPr lang="en-US" sz="358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2 nd year (Bsc CS) </a:t>
            </a:r>
          </a:p>
          <a:p>
            <a:pPr algn="ctr">
              <a:lnSpc>
                <a:spcPts val="501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655902" y="1420367"/>
            <a:ext cx="697619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number :7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0887" y="857250"/>
            <a:ext cx="799878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20887" y="2911348"/>
            <a:ext cx="17564777" cy="571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04805" indent="-502402" lvl="1">
              <a:lnSpc>
                <a:spcPts val="6515"/>
              </a:lnSpc>
              <a:buFont typeface="Arial"/>
              <a:buChar char="•"/>
            </a:pPr>
            <a:r>
              <a:rPr lang="en-US" b="true" sz="465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Many low-income individuals lack access to formal banking services</a:t>
            </a:r>
          </a:p>
          <a:p>
            <a:pPr algn="just" marL="1004805" indent="-502402" lvl="1">
              <a:lnSpc>
                <a:spcPts val="6515"/>
              </a:lnSpc>
              <a:buFont typeface="Arial"/>
              <a:buChar char="•"/>
            </a:pPr>
            <a:r>
              <a:rPr lang="en-US" b="true" sz="465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Microfinance helps small businesses and individuals start earning</a:t>
            </a:r>
          </a:p>
          <a:p>
            <a:pPr algn="just" marL="1004805" indent="-502402" lvl="1">
              <a:lnSpc>
                <a:spcPts val="6515"/>
              </a:lnSpc>
              <a:buFont typeface="Arial"/>
              <a:buChar char="•"/>
            </a:pPr>
            <a:r>
              <a:rPr lang="en-US" b="true" sz="465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Financial literacy is needed to manage money wisely</a:t>
            </a:r>
          </a:p>
          <a:p>
            <a:pPr algn="just" marL="1004805" indent="-502402" lvl="1">
              <a:lnSpc>
                <a:spcPts val="6515"/>
              </a:lnSpc>
              <a:buFont typeface="Arial"/>
              <a:buChar char="•"/>
            </a:pPr>
            <a:r>
              <a:rPr lang="en-US" b="true" sz="465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Our platform connects people with microfinance options + learning resources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1957" y="847725"/>
            <a:ext cx="12039600" cy="159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40"/>
              </a:lnSpc>
            </a:pPr>
            <a:r>
              <a:rPr lang="en-US" sz="9314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7364" y="2871390"/>
            <a:ext cx="17113272" cy="597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27458" indent="-513729" lvl="1">
              <a:lnSpc>
                <a:spcPts val="6757"/>
              </a:lnSpc>
              <a:buFont typeface="Arial"/>
              <a:buChar char="•"/>
            </a:pPr>
            <a:r>
              <a:rPr lang="en-US" b="true" sz="4758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Low-income people don’t know where to get microloans</a:t>
            </a:r>
          </a:p>
          <a:p>
            <a:pPr algn="just" marL="1027458" indent="-513729" lvl="1">
              <a:lnSpc>
                <a:spcPts val="6757"/>
              </a:lnSpc>
              <a:buFont typeface="Arial"/>
              <a:buChar char="•"/>
            </a:pPr>
            <a:r>
              <a:rPr lang="en-US" b="true" sz="4758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Lack of financial awareness (saving, budgeting, repayment)</a:t>
            </a:r>
          </a:p>
          <a:p>
            <a:pPr algn="just" marL="1027458" indent="-513729" lvl="1">
              <a:lnSpc>
                <a:spcPts val="6757"/>
              </a:lnSpc>
              <a:buFont typeface="Arial"/>
              <a:buChar char="•"/>
            </a:pPr>
            <a:r>
              <a:rPr lang="en-US" b="true" sz="4758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Existing services are complex and not user-friendly</a:t>
            </a:r>
          </a:p>
          <a:p>
            <a:pPr algn="just" marL="1027458" indent="-513729" lvl="1">
              <a:lnSpc>
                <a:spcPts val="6757"/>
              </a:lnSpc>
              <a:buFont typeface="Arial"/>
              <a:buChar char="•"/>
            </a:pPr>
            <a:r>
              <a:rPr lang="en-US" b="true" sz="4758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Many people fall into debt due to poor financial planning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5509" y="525537"/>
            <a:ext cx="1133572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Proposed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53486" y="2015882"/>
            <a:ext cx="13420717" cy="749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25123" indent="-462561" lvl="1">
              <a:lnSpc>
                <a:spcPts val="5998"/>
              </a:lnSpc>
              <a:buFont typeface="Arial"/>
              <a:buChar char="•"/>
            </a:pPr>
            <a:r>
              <a:rPr lang="en-US" b="true" sz="428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 digital platform (web / mobile app)</a:t>
            </a:r>
          </a:p>
          <a:p>
            <a:pPr algn="just" marL="925123" indent="-462561" lvl="1">
              <a:lnSpc>
                <a:spcPts val="5998"/>
              </a:lnSpc>
              <a:buFont typeface="Arial"/>
              <a:buChar char="•"/>
            </a:pPr>
            <a:r>
              <a:rPr lang="en-US" b="true" sz="428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Features:</a:t>
            </a:r>
          </a:p>
          <a:p>
            <a:pPr algn="just" marL="925123" indent="-462561" lvl="1">
              <a:lnSpc>
                <a:spcPts val="5998"/>
              </a:lnSpc>
              <a:buFont typeface="Arial"/>
              <a:buChar char="•"/>
            </a:pPr>
            <a:r>
              <a:rPr lang="en-US" b="true" sz="428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List of verified microfinance institutions</a:t>
            </a:r>
          </a:p>
          <a:p>
            <a:pPr algn="just" marL="925123" indent="-462561" lvl="1">
              <a:lnSpc>
                <a:spcPts val="5998"/>
              </a:lnSpc>
              <a:buFont typeface="Arial"/>
              <a:buChar char="•"/>
            </a:pPr>
            <a:r>
              <a:rPr lang="en-US" b="true" sz="428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Simple loan application process</a:t>
            </a:r>
          </a:p>
          <a:p>
            <a:pPr algn="just" marL="925123" indent="-462561" lvl="1">
              <a:lnSpc>
                <a:spcPts val="5998"/>
              </a:lnSpc>
              <a:buFont typeface="Arial"/>
              <a:buChar char="•"/>
            </a:pPr>
            <a:r>
              <a:rPr lang="en-US" b="true" sz="428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Financial literacy content (videos, tips, guides)</a:t>
            </a:r>
          </a:p>
          <a:p>
            <a:pPr algn="just" marL="925123" indent="-462561" lvl="1">
              <a:lnSpc>
                <a:spcPts val="5998"/>
              </a:lnSpc>
              <a:buFont typeface="Arial"/>
              <a:buChar char="•"/>
            </a:pPr>
            <a:r>
              <a:rPr lang="en-US" b="true" sz="428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Support in local languages</a:t>
            </a:r>
          </a:p>
          <a:p>
            <a:pPr algn="just" marL="925123" indent="-462561" lvl="1">
              <a:lnSpc>
                <a:spcPts val="5998"/>
              </a:lnSpc>
              <a:buFont typeface="Arial"/>
              <a:buChar char="•"/>
            </a:pPr>
            <a:r>
              <a:rPr lang="en-US" b="true" sz="428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Benefits:</a:t>
            </a:r>
          </a:p>
          <a:p>
            <a:pPr algn="just" marL="925123" indent="-462561" lvl="1">
              <a:lnSpc>
                <a:spcPts val="5998"/>
              </a:lnSpc>
              <a:buFont typeface="Arial"/>
              <a:buChar char="•"/>
            </a:pPr>
            <a:r>
              <a:rPr lang="en-US" b="true" sz="428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Easy access to loans</a:t>
            </a:r>
          </a:p>
          <a:p>
            <a:pPr algn="just" marL="925123" indent="-462561" lvl="1">
              <a:lnSpc>
                <a:spcPts val="5998"/>
              </a:lnSpc>
              <a:buFont typeface="Arial"/>
              <a:buChar char="•"/>
            </a:pPr>
            <a:r>
              <a:rPr lang="en-US" b="true" sz="428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Better money management</a:t>
            </a:r>
          </a:p>
          <a:p>
            <a:pPr algn="just" marL="925123" indent="-462561" lvl="1">
              <a:lnSpc>
                <a:spcPts val="5998"/>
              </a:lnSpc>
              <a:buFont typeface="Arial"/>
              <a:buChar char="•"/>
            </a:pPr>
            <a:r>
              <a:rPr lang="en-US" b="true" sz="428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Improved standard of living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3222" y="410572"/>
            <a:ext cx="15360217" cy="111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7"/>
              </a:lnSpc>
            </a:pPr>
            <a:r>
              <a:rPr lang="en-US" sz="6519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Software/Hardware Requirements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91972" y="1664970"/>
            <a:ext cx="12104057" cy="7593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Software Requirements:</a:t>
            </a:r>
          </a:p>
          <a:p>
            <a:pPr algn="just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Frontend: HTML, CSS, JavaScript</a:t>
            </a:r>
          </a:p>
          <a:p>
            <a:pPr algn="just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Backend: Python / Java / Node.js</a:t>
            </a:r>
          </a:p>
          <a:p>
            <a:pPr algn="just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Database: MySQL</a:t>
            </a:r>
          </a:p>
          <a:p>
            <a:pPr algn="just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Platform: Web browser / Android app</a:t>
            </a:r>
          </a:p>
          <a:p>
            <a:pPr algn="just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Hardware Requirements:</a:t>
            </a:r>
          </a:p>
          <a:p>
            <a:pPr algn="just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Smartphone or Computer</a:t>
            </a:r>
          </a:p>
          <a:p>
            <a:pPr algn="just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Internet connection</a:t>
            </a:r>
          </a:p>
          <a:p>
            <a:pPr algn="just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Server for hosting the platform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80362"/>
            <a:ext cx="7645707" cy="359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9"/>
              </a:lnSpc>
            </a:pPr>
            <a:r>
              <a:rPr lang="en-US" sz="10299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References</a:t>
            </a:r>
          </a:p>
          <a:p>
            <a:pPr algn="ctr">
              <a:lnSpc>
                <a:spcPts val="1441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405561" y="3135489"/>
            <a:ext cx="15706776" cy="396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29"/>
              </a:lnSpc>
            </a:pPr>
          </a:p>
          <a:p>
            <a:pPr algn="just" marL="1222904" indent="-611452" lvl="1">
              <a:lnSpc>
                <a:spcPts val="7929"/>
              </a:lnSpc>
              <a:buFont typeface="Arial"/>
              <a:buChar char="•"/>
            </a:pPr>
            <a:r>
              <a:rPr lang="en-US" b="true" sz="566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RBI – Microfinance Guidelines</a:t>
            </a:r>
          </a:p>
          <a:p>
            <a:pPr algn="just" marL="1222904" indent="-611452" lvl="1">
              <a:lnSpc>
                <a:spcPts val="7929"/>
              </a:lnSpc>
              <a:buFont typeface="Arial"/>
              <a:buChar char="•"/>
            </a:pPr>
            <a:r>
              <a:rPr lang="en-US" b="true" sz="566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World Bank – Financial Inclusion Reports</a:t>
            </a:r>
          </a:p>
          <a:p>
            <a:pPr algn="just" marL="1222904" indent="-611452" lvl="1">
              <a:lnSpc>
                <a:spcPts val="7929"/>
              </a:lnSpc>
              <a:buFont typeface="Arial"/>
              <a:buChar char="•"/>
            </a:pPr>
            <a:r>
              <a:rPr lang="en-US" b="true" sz="566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Online articles on Microfinance Systems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49652"/>
            <a:ext cx="699752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41495" y="3558967"/>
            <a:ext cx="14121865" cy="403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242661" indent="-621330" lvl="1">
              <a:lnSpc>
                <a:spcPts val="8058"/>
              </a:lnSpc>
              <a:buFont typeface="Arial"/>
              <a:buChar char="•"/>
            </a:pPr>
            <a:r>
              <a:rPr lang="en-US" b="true" sz="5755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Platform helps financial inclusion</a:t>
            </a:r>
          </a:p>
          <a:p>
            <a:pPr algn="just" marL="1242661" indent="-621330" lvl="1">
              <a:lnSpc>
                <a:spcPts val="8058"/>
              </a:lnSpc>
              <a:buFont typeface="Arial"/>
              <a:buChar char="•"/>
            </a:pPr>
            <a:r>
              <a:rPr lang="en-US" b="true" sz="5755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Empowers low-income individuals</a:t>
            </a:r>
          </a:p>
          <a:p>
            <a:pPr algn="just" marL="1242661" indent="-621330" lvl="1">
              <a:lnSpc>
                <a:spcPts val="8058"/>
              </a:lnSpc>
              <a:buFont typeface="Arial"/>
              <a:buChar char="•"/>
            </a:pPr>
            <a:r>
              <a:rPr lang="en-US" b="true" sz="5755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Improves economic stability</a:t>
            </a:r>
          </a:p>
          <a:p>
            <a:pPr algn="just" marL="1242661" indent="-621330" lvl="1">
              <a:lnSpc>
                <a:spcPts val="8058"/>
              </a:lnSpc>
              <a:buFont typeface="Arial"/>
              <a:buChar char="•"/>
            </a:pPr>
            <a:r>
              <a:rPr lang="en-US" b="true" sz="5755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Promotes smart financial decisions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DAG--WnENvc</dc:identifier>
  <dcterms:modified xsi:type="dcterms:W3CDTF">2011-08-01T06:04:30Z</dcterms:modified>
  <cp:revision>1</cp:revision>
  <dc:title>Team name :DORA</dc:title>
</cp:coreProperties>
</file>